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024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572768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embedded-mcp-toolkit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68680" y="269748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直接对话嵌入式板卡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868680" y="3401568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一个常驻的 MCP Server：把串口 / SSH / ADB / PowerShell 四条通道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统一成 AI 可调用的标准工具——连接、端口、会话状态全程常驻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98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87168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87168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19472" y="4498848"/>
            <a:ext cx="1975104" cy="457200"/>
          </a:xfrm>
          <a:prstGeom prst="roundRect">
            <a:avLst>
              <a:gd name="adj" fmla="val 160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449884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2128" y="3950208"/>
            <a:ext cx="3749040" cy="1572768"/>
          </a:xfrm>
          <a:prstGeom prst="roundRect">
            <a:avLst>
              <a:gd name="adj" fmla="val 5233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19872" y="415137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302752" y="415137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7" name="Shape 15"/>
          <p:cNvSpPr/>
          <p:nvPr/>
        </p:nvSpPr>
        <p:spPr>
          <a:xfrm>
            <a:off x="8485632" y="415137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8" name="Text 16"/>
          <p:cNvSpPr/>
          <p:nvPr/>
        </p:nvSpPr>
        <p:spPr>
          <a:xfrm>
            <a:off x="8156448" y="437083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/mcp list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embedded-board</a:t>
            </a:r>
            <a:r>
              <a:rPr lang="en-US" sz="1250" b="1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connected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48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读完这份材料，你应该能回答三个问题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68680" y="171907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64792" y="170078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认识它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846320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764792" y="2121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它是什么、有什么用——先看效果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259689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077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64792" y="28895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764792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调试方式的演变：从人肉中转到 AI 直调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378561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09651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64792" y="40782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846320" y="41148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764792" y="4498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五个绕不开的坑：为什么 AI 自己解决不了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497433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28523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64792" y="526694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 MCP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4846320" y="5303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764792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三次拷问排除替代方案，推演出必然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68680" y="616305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71907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34072" y="170078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机制对账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10515600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34072" y="2121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每个机制填平哪个困境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37960" y="259689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29077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34072" y="28895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</a:t>
            </a:r>
            <a:endParaRPr lang="en-US" sz="1850" dirty="0"/>
          </a:p>
        </p:txBody>
      </p:sp>
      <p:sp>
        <p:nvSpPr>
          <p:cNvPr id="30" name="Text 28"/>
          <p:cNvSpPr/>
          <p:nvPr/>
        </p:nvSpPr>
        <p:spPr>
          <a:xfrm>
            <a:off x="10515600" y="29260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434072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两种形态、优缺点与明确推荐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37960" y="378561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409651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434072" y="40782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边界与选型</a:t>
            </a:r>
            <a:endParaRPr lang="en-US" sz="1850" dirty="0"/>
          </a:p>
        </p:txBody>
      </p:sp>
      <p:sp>
        <p:nvSpPr>
          <p:cNvPr id="35" name="Text 33"/>
          <p:cNvSpPr/>
          <p:nvPr/>
        </p:nvSpPr>
        <p:spPr>
          <a:xfrm>
            <a:off x="10515600" y="41148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434072" y="4498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能力分界 · 场景选型 · 诚实的边界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537960" y="497433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528523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434072" y="526694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上手与总结</a:t>
            </a:r>
            <a:endParaRPr lang="en-US" sz="1850" dirty="0"/>
          </a:p>
        </p:txBody>
      </p:sp>
      <p:sp>
        <p:nvSpPr>
          <p:cNvPr id="40" name="Text 38"/>
          <p:cNvSpPr/>
          <p:nvPr/>
        </p:nvSpPr>
        <p:spPr>
          <a:xfrm>
            <a:off x="7434072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五分钟跑通 · 三问三答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37960" y="6163056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它是什么、有什么用　　Q2 解决了什么困境、为什么非要一个 MCP　　Q3 怎么部署、推荐哪种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认识它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先看效果：一段真实的 AI 对话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75120" cy="4041648"/>
          </a:xfrm>
          <a:prstGeom prst="roundRect">
            <a:avLst>
              <a:gd name="adj" fmla="val 1584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773936"/>
            <a:ext cx="60807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串口登录 board-a，看看内存还剩多少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serial_shell_login(device="board-a")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已解锁并登录，会话 serial_1 就绪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serial_exec("free")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总内存 495 MB，可用约 316 MB，无 Swap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再用 top 采样 10 秒看看负载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serial_exec("top")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[采样超时: 已收集 10000ms 输出，已发送 Ctrl+C]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load average 0.08——无异常进程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61504" y="1481328"/>
            <a:ext cx="4160520" cy="4041648"/>
          </a:xfrm>
          <a:prstGeom prst="roundRect">
            <a:avLst>
              <a:gd name="adj" fmla="val 1584"/>
            </a:avLst>
          </a:prstGeom>
          <a:solidFill>
            <a:srgbClr val="FBF2DC"/>
          </a:solidFill>
          <a:ln/>
        </p:spPr>
      </p:sp>
      <p:sp>
        <p:nvSpPr>
          <p:cNvPr id="8" name="Text 6"/>
          <p:cNvSpPr/>
          <p:nvPr/>
        </p:nvSpPr>
        <p:spPr>
          <a:xfrm>
            <a:off x="7754112" y="177393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这段对话里，人做了什么？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754112" y="2487168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没碰终端——串口是 AI 自己开的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没复制粘贴——日志 AI 自己读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没判断「命令结束没」——AI 自己识别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没管登录流程——PSH 解锁一次调用完成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top 永不返回？AI 自己采样 10 秒后收回提示符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76072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FBF2DC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5760720"/>
            <a:ext cx="10469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这不是演示脚本——AI 调的是真实的 MCP 工具。为了撑起这段对话，背后要跨过一串坑，这就是今天的内容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认识它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它是什么：一个常驻的 MCP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4160520"/>
          </a:xfrm>
          <a:prstGeom prst="roundRect">
            <a:avLst>
              <a:gd name="adj" fmla="val 1538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7739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角色定位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2340864"/>
            <a:ext cx="48097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角色：一个 MCP Server（独立常驻进程）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能力：经串口 / SSH / ADB / PowerShell 四条通道管理嵌入式设备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特性：多会话并发 · 流式输出切片 · 一键登录（PSH 动态口令）· 进程退出自动清理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不绑定 Host：Claude Code / ZCode / OpenCode 皆可接入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开箱即用：npm 安装后一条 init 命令生成配置骨架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949440" y="1572768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0" y="157276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编程助手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949440" y="2688336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1F3A54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88336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Server（常驻）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949440" y="3803904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3803904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 / ssh / adb / powershell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949440" y="4919472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491947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目标板 / 设备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61120" y="2286000"/>
            <a:ext cx="0" cy="402336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961120" y="3401568"/>
            <a:ext cx="0" cy="402336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61120" y="4517136"/>
            <a:ext cx="0" cy="402336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6928" y="5870448"/>
            <a:ext cx="11055096" cy="621792"/>
          </a:xfrm>
          <a:prstGeom prst="roundRect">
            <a:avLst>
              <a:gd name="adj" fmla="val 10294"/>
            </a:avLst>
          </a:prstGeom>
          <a:solidFill>
            <a:srgbClr val="FBF2DC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" y="5870448"/>
            <a:ext cx="10469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全片的关键词是「常驻」——连接、端口、会话状态都握在这个进程手里，后面所有困境的解都系于它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认识它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有什么用：四通道 × 工具族总览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39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41970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代表工具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解决什么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 serial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write / read / exec /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login / enter_uboot / upload / download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UART、U-Boot 控制台、ZMODEM 传文件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exec / login / connection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build / sftp_upload / sftp_download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远程 Linux 板卡、编译服务器、结构化编译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ADB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device_list / exec / shell_*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Android 设备调试（一次性 + 交互会话）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exec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本机操作（仅跨机远程场景注册）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version / device_info / session_info / host_info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版本、设备配置、会话与宿主端点查询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port_scan / network_scan / subnet_check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 口、网卡 / IP、子网可达性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40+ 工具，但只有一个执行内核：</a:t>
            </a: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 / ssh / adb 三条通道共享同一套 exec 语义（一次实现，处处可用）；power_shell_exec 与 ssh_build 按场景智能注册，工具不出现即从源头杜绝绕行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以前：人当「中间人」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669280" cy="3017520"/>
          </a:xfrm>
          <a:prstGeom prst="roundRect">
            <a:avLst>
              <a:gd name="adj" fmla="val 2727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10312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ssh root@192.168.16.105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人：开终端、登录板卡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 free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人：手敲命令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人：眼挑数字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← 人：判断「发下一条」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55664" y="1481328"/>
            <a:ext cx="5166360" cy="3017520"/>
          </a:xfrm>
          <a:prstGeom prst="roundRect">
            <a:avLst>
              <a:gd name="adj" fmla="val 2121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748272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人肉中转的日常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48272" y="2231136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日志靠复制粘贴中转：板子 → 终端 → 聊天框 → AI → 再敲回终端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过滤噪声、判断结束、维持状态——全靠人脑实时顶上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烧写、重启、看日志，全程守着终端不敢走开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12064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512064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再强，够不着板子就只能隔着人转述——人是日志的搬运工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现在：AI 直调，一次性命令已够用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669280" cy="3017520"/>
          </a:xfrm>
          <a:prstGeom prst="roundRect">
            <a:avLst>
              <a:gd name="adj" fmla="val 2121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755648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看下板子内存还剩多少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一次调用、一次响应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总内存 495 MB，可用约 316 MB，无 Swap——直接给结论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再看下 CPU 负载呢？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load average 0.08——一条命令的事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55664" y="1481328"/>
            <a:ext cx="5166360" cy="3017520"/>
          </a:xfrm>
          <a:prstGeom prst="roundRect">
            <a:avLst>
              <a:gd name="adj" fmla="val 2121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6748272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复制粘贴的税，消失了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48272" y="2231136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ZCode / OpenCode 自带 shell，命令随口就能跑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/ adb 是干净的「请求-响应」：一次调用、一次响应，输出拿来就用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一次性命令直调完全够用——人不用再当搬运工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12064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512064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先承认这一点：读取类、一次性操作，不需要任何 MCP。但嵌入式调试绕不开的那条通道是串口——它是另一个世界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串口是另一个世界：一条命令，变成一段脚本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换到串口试试——同样是「读一次内存」，AI 直调的样子变成了这样：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/ ADB：一条命令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4203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 shell free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34015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一次调用、一次响应，输出干净、拿来就用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901184" y="1810512"/>
            <a:ext cx="6720840" cy="2286000"/>
          </a:xfrm>
          <a:prstGeom prst="roundRect">
            <a:avLst>
              <a:gd name="adj" fmla="val 36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8928" y="201168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201168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504688" y="201168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2231136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 = New-Object System.IO.Ports.SerialPort COM3,115200,None,8,one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$port.Open()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开端口（排他）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$port.WriteLine("free")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写命令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Start-Sleep -Milliseconds 800</a:t>
            </a:r>
            <a:r>
              <a:rPr lang="en-US" sz="11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← 等多久？猜的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$port.ReadExisting()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读缓冲：完没完不知道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$port.Close()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55096" cy="1298448"/>
          </a:xfrm>
          <a:prstGeom prst="roundRect">
            <a:avLst>
              <a:gd name="adj" fmla="val 6338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425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7" name="Shape 15"/>
          <p:cNvSpPr/>
          <p:nvPr/>
        </p:nvSpPr>
        <p:spPr>
          <a:xfrm>
            <a:off x="987552" y="4425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70432" y="4425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4700016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            ← 命令回显（噪声）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← 真正的数据夹在中间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← 提示符 = 唯一的「结束」线索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69280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" y="566928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是一条命令，串口是每轮都要重写的脚本——Sleep 多少全靠猜，慢命令直接截断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困境总览：五个绕不开的坑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接下来逐个讲透：现象 → 病根 → 为什么 AI 自己解决不了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3538728" cy="1755648"/>
          </a:xfrm>
          <a:prstGeom prst="roundRect">
            <a:avLst>
              <a:gd name="adj" fmla="val 3646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11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 </a:t>
            </a: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串口没有「结束信号」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病根：信息缺失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" y="270662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「是全部还是半截」——这个信息根本不在输出里，AI 再聪明也推不出来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847088"/>
            <a:ext cx="3538728" cy="1755648"/>
          </a:xfrm>
          <a:prstGeom prst="roundRect">
            <a:avLst>
              <a:gd name="adj" fmla="val 3646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4562856" y="2011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 </a:t>
            </a: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临时进程，状态活不过一轮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2856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病根：架构缺失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62856" y="270662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的 shell 每轮用完即弃，跨轮状态、交互对话、中间态观测无处安放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3296" y="1847088"/>
            <a:ext cx="3538728" cy="1755648"/>
          </a:xfrm>
          <a:prstGeom prst="roundRect">
            <a:avLst>
              <a:gd name="adj" fmla="val 3646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2011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 </a:t>
            </a: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常驻命令不知何时结束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病根：信息缺失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21040" y="270662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ping / logcat / top 永不返回提示符——等多久算「采够了」全凭猜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03904"/>
            <a:ext cx="3538728" cy="1755648"/>
          </a:xfrm>
          <a:prstGeom prst="roundRect">
            <a:avLst>
              <a:gd name="adj" fmla="val 3646"/>
            </a:avLst>
          </a:prstGeom>
          <a:solidFill>
            <a:srgbClr val="F1F4F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968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 </a:t>
            </a: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多设备管理的四道关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04672" y="43525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病根：工程缺失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" y="466344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参数、姿势、占用、并发——没有任何机制替 AI 兜底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25112" y="3803904"/>
            <a:ext cx="3538728" cy="1755648"/>
          </a:xfrm>
          <a:prstGeom prst="roundRect">
            <a:avLst>
              <a:gd name="adj" fmla="val 3646"/>
            </a:avLst>
          </a:prstGeom>
          <a:solidFill>
            <a:srgbClr val="F1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4562856" y="3968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⑤  </a:t>
            </a: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与设备分居两台机器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62856" y="43525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病根：物理缺失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62856" y="466344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在 Linux 编译服务器，串口线插在 Windows 工位机——物理上没有那条线缆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632704"/>
            <a:ext cx="11055096" cy="713232"/>
          </a:xfrm>
          <a:prstGeom prst="roundRect">
            <a:avLst>
              <a:gd name="adj" fmla="val 8974"/>
            </a:avLst>
          </a:prstGeom>
          <a:solidFill>
            <a:srgbClr val="FBF2DC"/>
          </a:solidFill>
          <a:ln/>
        </p:spPr>
      </p:sp>
      <p:sp>
        <p:nvSpPr>
          <p:cNvPr id="27" name="Text 25"/>
          <p:cNvSpPr/>
          <p:nvPr/>
        </p:nvSpPr>
        <p:spPr>
          <a:xfrm>
            <a:off x="859536" y="5632704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①③是信息问题，②是架构问题，④是工程问题，⑤是物理问题——五者里只有「协议难写」不存在：都不是靠 AI 更聪明能解决的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困境①：串口没有「结束信号」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 引导、内核启动、无 SSH 的早期设备都只认串口——而它是一段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裸字节流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：无消息边界、无校验确认、无流控、无多路复用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86400" cy="2395728"/>
          </a:xfrm>
          <a:prstGeom prst="roundRect">
            <a:avLst>
              <a:gd name="adj" fmla="val 3435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1168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201168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01168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212848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$port.WriteLine("ls -R /")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Start-Sleep -Milliseconds 800; $port.ReadExisting()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-R /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← 回显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  dev/  driver/  etc/  keys/ …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（输出到这里戛然而止）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是读全了？还是 800ms 不够只读到半截？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810512"/>
            <a:ext cx="5358384" cy="2395728"/>
          </a:xfrm>
          <a:prstGeom prst="roundRect">
            <a:avLst>
              <a:gd name="adj" fmla="val 2672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04825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AI 也无能为力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05456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ReadExisting() 只是把缓冲里当前的字节倒出来，不告诉你「完没完」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短命令读全了，慢命令就是截断的半截——而文本本身毫无破绽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唯一的结束线索是提示符回来——识别它要持续轮询 + 模式匹配，写成一个状态机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回显、ANSI 颜色码先占 token，脑内过滤的结果还带随机性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407408"/>
            <a:ext cx="11055096" cy="868680"/>
          </a:xfrm>
          <a:prstGeom prst="roundRect">
            <a:avLst>
              <a:gd name="adj" fmla="val 6316"/>
            </a:avLst>
          </a:prstGeom>
          <a:ln w="12700">
            <a:solidFill>
              <a:srgbClr val="D994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407408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关键点   </a:t>
            </a: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「是全部还是半截」这个信息根本不在输出里——不是 AI 不够聪明，是信息缺失：再聪明的模型也无法从「没有」中推出来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5532120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53212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的「一次调用、一次响应」在串口上根本不存在——结束判定必须有人实现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困境①（续）：输出只在瞬间存在，「加个哨兵」也不行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时序问题：必须当时握着端口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231136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内核启动日志、U-Boot 自举信息只在 boot 那一刻刷一次——必须在事件发生时已经持有端口才能看到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事后开端口补读：缓冲里什么都没有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更麻烦的是：不少板子的 USB 转串口在端口打开 / 关闭时 DTR 电平跳变，会直接复位设备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——「每次用的时候临时开一下端口」这个策略本身就不安全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81344" y="1481328"/>
            <a:ext cx="5440680" cy="3657600"/>
          </a:xfrm>
          <a:prstGeom prst="roundRect">
            <a:avLst>
              <a:gd name="adj" fmla="val 225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9088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6601968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6784848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20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「每条命令尾巴拼个哨兵不就行了？」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WriteLine(cmd + "; echo __DONE__$?")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① 拼哨兵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循环读，直到看见 __DONE__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← ② 命令回显里也有一份，得滤掉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剥掉输出里的 __DONE__ 行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← ③ 不能污染结果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万一命令自己也打印 __DONE__ 呢？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← ④ 边界情况还得处理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……每轮还要重新猜超时、重新写一遍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5413248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5413248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这套逻辑写下来，就已经走在实现这个 MCP「终端模拟器」的路上了——直调能做到，但做着做着就成了重新造它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困境②：临时进程，状态活不过一轮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5623560" cy="2697480"/>
          </a:xfrm>
          <a:prstGeom prst="roundRect">
            <a:avLst>
              <a:gd name="adj" fmla="val 3051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2763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2763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2763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1168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"cd /tmp"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这次进了 /tmp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"ls"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又回到 ~，/tmp 白进了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"export FOO=1"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环境变量也丢了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1426464"/>
            <a:ext cx="5221224" cy="2697480"/>
          </a:xfrm>
          <a:prstGeom prst="roundRect">
            <a:avLst>
              <a:gd name="adj" fmla="val 2373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693408" y="2139696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每轮让 AI 跑的 shell 都是临时进程，用完即弃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而调试的节奏是「观察 → 决策 → 再观察」——每一次「看」都是新进程、新连接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cd /work/build &amp;&amp; source env-setup.sh 这类环境前缀每轮原样重发，漏一个 source 错得还很隐蔽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315968"/>
            <a:ext cx="11055096" cy="1170432"/>
          </a:xfrm>
          <a:prstGeom prst="roundRect">
            <a:avLst>
              <a:gd name="adj" fmla="val 5469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4315968"/>
            <a:ext cx="2468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单轮链式够用吗？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93008" y="4315968"/>
            <a:ext cx="7808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发起前就能确定整个操作序列时，ssh board "cd /tmp &amp;&amp; ls" 完全够用——但调试不是「一次想清楚」，是看输出、决定下一步、再看、再决定的循环，跨轮状态无处可存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687568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87568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每一次「看」都是新进程——而调试需要的是一个「持续在线的读者」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困境②（续）：交互式程序是「对话」，不是「命令序列」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417820" cy="2286000"/>
          </a:xfrm>
          <a:prstGeom prst="roundRect">
            <a:avLst>
              <a:gd name="adj" fmla="val 280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命令序列：一次性命令的世界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8691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host "cmd1 &amp;&amp; cmd2"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发起前就能确定整个序列——直调够用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04204" y="1481328"/>
            <a:ext cx="5417820" cy="2286000"/>
          </a:xfrm>
          <a:prstGeom prst="roundRect">
            <a:avLst>
              <a:gd name="adj" fmla="val 2800"/>
            </a:avLst>
          </a:prstGeom>
          <a:solidFill>
            <a:srgbClr val="FBF2DC"/>
          </a:solidFill>
          <a:ln/>
        </p:spPr>
      </p:sp>
      <p:sp>
        <p:nvSpPr>
          <p:cNvPr id="9" name="Text 7"/>
          <p:cNvSpPr/>
          <p:nvPr/>
        </p:nvSpPr>
        <p:spPr>
          <a:xfrm>
            <a:off x="6478524" y="1737360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对话：嵌入式调试的世界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8524" y="2212848"/>
            <a:ext cx="48691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 · menuconfig · gdb · 烧写确认提示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发一句、看响应、再发下一句——下一步取决于上一步的输出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host "cmd" 连 PTY 都没有，无法往返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96849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418795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长耗时操作的中间态观测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133088" y="4187952"/>
            <a:ext cx="7168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reboot 之后盯启动日志、烧写固件时看进度——「发起」与「观测」之间隔着不确定的等待，无法写成一条链式命令，必须有一个持续在线的读者一直握着通道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557784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557784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病根与上一页同一个：每轮的命令都跑在临时进程里——交互与观测都要求进程「活着」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困境③：常驻命令不知何时结束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11055096" cy="2880360"/>
          </a:xfrm>
          <a:prstGeom prst="roundRect">
            <a:avLst>
              <a:gd name="adj" fmla="val 2857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975104"/>
            <a:ext cx="104150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ping 192.168.16.1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bytes from 192.168.16.1: icmp_seq=1 ttl=64 time=0.42 ms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bytes from 192.168.16.1: icmp_seq=2 ttl=64 time=0.38 ms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bytes from 192.168.16.1: icmp_seq=3 ttl=64 time=0.45 ms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（永不返回提示符——等多久算「采够了」？）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26280"/>
            <a:ext cx="3538728" cy="1005840"/>
          </a:xfrm>
          <a:prstGeom prst="roundRect">
            <a:avLst>
              <a:gd name="adj" fmla="val 6364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66344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等多久算采够了？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86384" y="5010912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猜短了采样不足，结论不可靠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25112" y="4526280"/>
            <a:ext cx="3538728" cy="1005840"/>
          </a:xfrm>
          <a:prstGeom prst="roundRect">
            <a:avLst>
              <a:gd name="adj" fmla="val 6364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44568" y="466344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读到的是完整快照吗？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4568" y="5010912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logcat / top 的输出没有「结束」标记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4526280"/>
            <a:ext cx="3538728" cy="1005840"/>
          </a:xfrm>
          <a:prstGeom prst="roundRect">
            <a:avLst>
              <a:gd name="adj" fmla="val 6364"/>
            </a:avLst>
          </a:prstGeom>
          <a:solidFill>
            <a:srgbClr val="F1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8302752" y="466344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猜错了代价是什么？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02752" y="5010912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猜长了浪费一整轮对话，还污染后续会话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71500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FBF2DC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" y="5715000"/>
            <a:ext cx="10469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「盯一段 logcat」「采样一次 top」恰恰是调试高频需求——而「何时结束」与困境①同源：这个信息不在输出里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困境④：多设备管理，「写个 skill」够吗？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真用起来磨人的是设备——四道关摆在 AI 直调面前：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多设备的四道关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05456"/>
            <a:ext cx="48691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参数关：哪块板在哪个口、波特率多少、IP 是什么——每次都得用户交代，靠 AI 记忆不靠谱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姿势关：SSH/ADB 拼命令即可；serial 裸字节流要判结束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占用关：串口排他——上轮没关干净本轮打不开，还可能 DTR 复位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并发关：盯 A 板同时操作 B 板——多条会话的开关与清场没人兜底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3794760"/>
            <a:ext cx="4869180" cy="1207008"/>
          </a:xfrm>
          <a:prstGeom prst="roundRect">
            <a:avLst>
              <a:gd name="adj" fmla="val 6818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399592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1" name="Shape 9"/>
          <p:cNvSpPr/>
          <p:nvPr/>
        </p:nvSpPr>
        <p:spPr>
          <a:xfrm>
            <a:off x="1261872" y="399592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4752" y="399592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197096"/>
            <a:ext cx="4320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skill · devices.md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COM3 → A 板 / 115200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board-b → 192.168.16.105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524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写个 skill 能过几关？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8524" y="2505456"/>
            <a:ext cx="4869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设备清单写进 skill 文档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AI 每次加载就知道连谁、用什么参数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SSH/ADB 拼命令即可；serial 状态机每轮现写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知识 ≠ 能力——困境①原样重演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托管端口必须是活着的进程，文档做不到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持有端口、仲裁冲突、异常清场，都得是常驻者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85232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285232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自己养常驻串口会话？可以——但那意味着写一个常驻进程：</a:t>
            </a:r>
            <a:endParaRPr lang="en-US" sz="1600" dirty="0"/>
          </a:p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管排他、持端口、判结束、多设备仲裁——</a:t>
            </a:r>
            <a:r>
              <a:rPr lang="en-US" sz="14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写完这一套，就是在重新实现这个 MCP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困境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困境⑤：AI 在编译服务器，串口线在工位机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OpenCode / ZCode 为了直接摸到代码，通常就跑在 Linux 编译服务器上——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两条路，各难一半：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 · AI 搬到 Windows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代码从编译服务器挂载过来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代码经 Z:\ 网络挂载读写——能用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串口、USB-ADB 就在手边，AI 够得着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编译仍在服务器：每次 make 都要远程绕一圈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网络挂载 I/O 慢，大仓库尤其难受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编辑别扭、编译绕圈，两头不讨好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478524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 · AI 跑在编译服务器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78524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团队的主流形态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8524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代码就在本地：编辑 → 编译 → 测试一气呵成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工具链、依赖、产物都在手边，最顺畅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串口线、USB-ADB 只插在 Windows 工位机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侧没有任何路径碰到 COM 口 / USB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8524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编译顺畅了，但物理上够不着串口和 USB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358384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不是协议难写，是物理上没有那条线缆——必须有一个进程守在设备旁，让 AI 远程过来用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为什么是 MCP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解决思路：一个常驻的会话守护进程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286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304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编程助手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630168" y="1463040"/>
            <a:ext cx="2788920" cy="804672"/>
          </a:xfrm>
          <a:prstGeom prst="roundRect">
            <a:avLst>
              <a:gd name="adj" fmla="val 9091"/>
            </a:avLst>
          </a:prstGeom>
          <a:solidFill>
            <a:srgbClr val="1F3A54"/>
          </a:solidFill>
          <a:ln/>
        </p:spPr>
      </p:sp>
      <p:sp>
        <p:nvSpPr>
          <p:cNvPr id="8" name="Text 6"/>
          <p:cNvSpPr/>
          <p:nvPr/>
        </p:nvSpPr>
        <p:spPr>
          <a:xfrm>
            <a:off x="3630168" y="1463040"/>
            <a:ext cx="2788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Server（常驻）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196328" y="1463040"/>
            <a:ext cx="2377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1463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/ serial / adb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0351008" y="1463040"/>
            <a:ext cx="1271016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51008" y="1463040"/>
            <a:ext cx="1271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目标板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85292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1908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7376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66928" y="239572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一个长期活着的进程：连接、端口、会话状态都握在它手里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——观察-决策循环直接在既有上下文里跑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290779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1272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端口常驻持有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04672" y="3529584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boot 日志、异步打印随时可读；端口不反复开关，避开 DTR 复位风险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25112" y="290779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4562856" y="31272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会话跨轮保持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62856" y="3529584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登录态、工作目录、环境变量跨几十轮调用保持不变，不再每轮重建环境前缀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83296" y="290779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8321040" y="31272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机制只写一次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21040" y="3529584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判结束、滤噪声、采样熔断固化在进程里——不再每轮重写脚本、重猜超时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349240"/>
            <a:ext cx="11055096" cy="822960"/>
          </a:xfrm>
          <a:prstGeom prst="roundRect">
            <a:avLst>
              <a:gd name="adj" fmla="val 7778"/>
            </a:avLst>
          </a:prstGeom>
          <a:solidFill>
            <a:srgbClr val="FBF2DC"/>
          </a:solidFill>
          <a:ln/>
        </p:spPr>
      </p:sp>
      <p:sp>
        <p:nvSpPr>
          <p:cNvPr id="27" name="Text 25"/>
          <p:cNvSpPr/>
          <p:nvPr/>
        </p:nvSpPr>
        <p:spPr>
          <a:xfrm>
            <a:off x="859536" y="534924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五个困境指向同一个结构性事实：Host 跑的 shell 是每轮一个的临时进程——它活不过一轮。解法：把「连设备」从临时进程里挪出来，交给常驻守护进程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为什么是 MCP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拷问①：把串口脚本写进 skill / CLAUDE.md 行不行？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是持久知识，每轮自动加载——听起来正好补上「AI 记不住」的洞。拿困境④的四道关逐个检验：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</a:t>
            </a: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参数关：过得去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87168"/>
            <a:ext cx="48691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设备清单写进文档，AI 每次加载就知道连谁、用什么参数——这一关靠「知识」就能解决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3246120"/>
            <a:ext cx="4869180" cy="1600200"/>
          </a:xfrm>
          <a:prstGeom prst="roundRect">
            <a:avLst>
              <a:gd name="adj" fmla="val 5143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344728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1" name="Shape 9"/>
          <p:cNvSpPr/>
          <p:nvPr/>
        </p:nvSpPr>
        <p:spPr>
          <a:xfrm>
            <a:off x="1261872" y="344728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4752" y="344728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648456"/>
            <a:ext cx="43205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skill · devices.md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COM3 → A 板 / 115200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board-b → 192.168.16.105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串口命令结尾拼 __DONE__ 判结束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524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 / 占用 / 并发三关：全过不去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8524" y="2505456"/>
            <a:ext cx="48691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 ✗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状态机每轮现写，困境①原样重演——文档教得了「怎么连」，教不会「替你盯着读」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 ✗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持有端口必须是活着的进程，写在纸上的东西做不到</a:t>
            </a:r>
            <a:endParaRPr lang="en-US" sz="12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 ✗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仲裁冲突、异常清场，都得是常驻者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285232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285232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 ≠ 能力：skill 能把「操作步骤」写清楚，但「持续在线」这件事，任何文本形态的知识都做不到——能力需要一个进程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为什么是 MCP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拷问②：AI 自己 spawn 个后台进程握着串口，行不行？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理论上可行——让 AI 起一个后台进程持有端口，下一轮再跟它通信。但这一步迈出去，五个新问题立刻出现：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4206240" cy="3310128"/>
          </a:xfrm>
          <a:prstGeom prst="roundRect">
            <a:avLst>
              <a:gd name="adj" fmla="val 2486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1168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201168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01168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2860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让 AI 自己养一个常驻进程？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Start-Process node hold-serial.js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← 进程起来了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…然后呢？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92624" y="1810512"/>
            <a:ext cx="662940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5285232" y="2066544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跟它怎么通信？ 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得自定义一套 stdin/stdout 协议——发命令、判结束、回结果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谁保证它活着？ 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的 shell 每轮回收，后台进程的生命周期与异常恢复全要自己管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它崩了谁清场？ 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串口排他，残留句柄 = 下一次打不开，还得有人负责释放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两块板同时操作怎么仲裁？ 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多设备并发、会话开关与清场，需要统一的调度者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AI 下一轮还记得它吗？  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会话要有名字、可查询、可管理——又是一套元数据设计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358384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5358384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把这五个问题做成通用、可配置、跨设备的答案——你已经在重新实现这个 MCP Server。</a:t>
            </a:r>
            <a:endParaRPr lang="en-US" sz="1600" dirty="0"/>
          </a:p>
          <a:p>
            <a:pPr indent="0" marL="0">
              <a:buNone/>
            </a:pPr>
            <a:r>
              <a:rPr lang="en-US" sz="14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而最后一公里「让任何 AI Host 都能标准地发现并调用它」，恰好就是 MCP 协议本身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为什么是 MCP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拷问③：expect / ssh -t / tmux，现成工具行不行？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还有一批「老牌方案」，逐个检验——注意它们每一个都需要回答同一个问题：谁来常驻？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1055096" cy="1042416"/>
          </a:xfrm>
          <a:prstGeom prst="roundRect">
            <a:avLst>
              <a:gd name="adj" fmla="val 6140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47088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 / pexpect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355848" y="2029968"/>
            <a:ext cx="0" cy="676656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847088"/>
            <a:ext cx="7671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自动化交互的老牌方案。但 expect 脚本自己也要一个宿主进程跑着；在串口上它面对的仍是同一条无结束信号的字节流——提示符匹配、超时、清场一个不少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054096"/>
            <a:ext cx="11055096" cy="1042416"/>
          </a:xfrm>
          <a:prstGeom prst="roundRect">
            <a:avLst>
              <a:gd name="adj" fmla="val 6140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054096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-t / ssh -tt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55848" y="3236976"/>
            <a:ext cx="0" cy="676656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0168" y="3054096"/>
            <a:ext cx="7671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给单条命令挂上 PTY。但仍是每轮一个新进程：跨轮状态照旧丢失，U-Boot / menuconfig 的全程对话依然无法往返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261104"/>
            <a:ext cx="11055096" cy="1042416"/>
          </a:xfrm>
          <a:prstGeom prst="roundRect">
            <a:avLst>
              <a:gd name="adj" fmla="val 6140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/ nohup 后台会话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355848" y="4443984"/>
            <a:ext cx="0" cy="676656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30168" y="4261104"/>
            <a:ext cx="7671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会话确实能活。但 AI 每轮要 attach/detach、解析终端转义序列、判结束、管端口占用——又回到了「重新实现」的起点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557784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557784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三条路殊途同归：都需要一个「常驻的、握着通道的、说标准话的」进程——差别只在自己造，还是用标准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为什么是 MCP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所以：这个常驻守护进程，就是 MCP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3291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26464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困境收敛：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需要一个常驻的会话守护进程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858768" y="1847088"/>
            <a:ext cx="347472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06240" y="1426464"/>
            <a:ext cx="35661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142646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进程要被 AI 调用：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需要标准化的发现 / 描述 / 调用协议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1847088"/>
            <a:ext cx="347472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19872" y="1426464"/>
            <a:ext cx="3502152" cy="841248"/>
          </a:xfrm>
          <a:prstGeom prst="roundRect">
            <a:avLst>
              <a:gd name="adj" fmla="val 8696"/>
            </a:avLst>
          </a:prstGeom>
          <a:solidFill>
            <a:srgbClr val="FBF2DC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9872" y="1426464"/>
            <a:ext cx="3502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自己定义协议 = 每换 Host 适配一遍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用现成的开放标准：MCP</a:t>
            </a:r>
            <a:endParaRPr lang="en-US" sz="1250" dirty="0"/>
          </a:p>
        </p:txBody>
      </p:sp>
      <p:pic>
        <p:nvPicPr>
          <p:cNvPr id="13" name="Image 0" descr="../docs/项目简介/img/mcp-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2615184"/>
            <a:ext cx="5199337" cy="31089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66928" y="5779008"/>
            <a:ext cx="5199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内每个 Server 对应一个 Client（1:1）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26480" y="2615184"/>
            <a:ext cx="5495544" cy="3108960"/>
          </a:xfrm>
          <a:prstGeom prst="roundRect">
            <a:avLst>
              <a:gd name="adj" fmla="val 2059"/>
            </a:avLst>
          </a:prstGeom>
          <a:solidFill>
            <a:srgbClr val="FBF2DC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283464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MCP（Model Context Protocol）＝ AI 界的 USB 协议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6400800" y="3346704"/>
            <a:ext cx="4983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开放标准：规范 AI 应用与外部数据源、工具之间的连接方式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统一调用：tools/list 发现、tools/call 调用，LLM 以标准方式使用外部能力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即插即用：只要遵循 MCP，任何支持 MCP 的 Host（Claude Code / ZCode / OpenCode）都能接入，Server 不感知 Host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 tools/call：读 .mcp.json → spawn Server → initialize 握手 → tools/list → LLM 决策 → tools/call → 结果回灌 LLM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66928" y="610819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不是魔法——它只是让「常驻进程」这个唯一解，变成了即插即用的标准件。官网：modelcontextprotocol.io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 → 解法：一张表对账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/ 39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060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困境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常驻守护进程的解法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① 串口：无结束信号、输出只在瞬间存在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终端模拟器：滤回显、剥 ANSI、三级结束判定；端口常驻持有，boot 日志随时可读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② 临时进程：状态活不过一轮、交互式无法往返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会话常驻 + write / read / send_ctrl 原语：跨轮保持上下文，「发一句、看一句」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③ 常驻命令：logcat / top 不知何时结束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常驻命令识别 + 双超时：短超时采样到点自动 Ctrl+C，返回中性采样结果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④ 多设备四道关：参数、姿势、占用、并发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devices/*.yaml 声明设备，AI 按名切换；Server 常驻托管端口与会话、仲裁与清场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⑤ AI 在 Linux、设备插在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Server 守在设备旁握着物理通道，Linux 侧经 SSH 隧道把 stdio 延长过来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623560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623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这个「常驻的会话守护进程」以 MCP Server 的形态落地——就是本项目 embedded-mcp-toolkit。下面逐机制对账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填平困境①：终端模拟器，把字节流切成干净输出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串口直调读到的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5394960" cy="2468880"/>
          </a:xfrm>
          <a:prstGeom prst="roundRect">
            <a:avLst>
              <a:gd name="adj" fmla="val 3333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975104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1975104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1975104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2860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            ← 命令回显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[0mMem:  506864  94152  293068 …[0m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← ANSI 颜色码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root@ATK-IMX6U:~#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← 提示符混在数据里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63640" y="138988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serial_exec("free") 返回的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1773936"/>
            <a:ext cx="5358384" cy="2468880"/>
          </a:xfrm>
          <a:prstGeom prst="roundRect">
            <a:avLst>
              <a:gd name="adj" fmla="val 2593"/>
            </a:avLst>
          </a:prstGeom>
          <a:solidFill>
            <a:srgbClr val="FBF2DC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2048256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 506864  94152  293068 …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Swap:       0       0       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[exit code: 0]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56248" y="3310128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干净的一次性输出：无回显、无 ANSI、无提示符——直接进 AI 上下文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2648" y="4498848"/>
            <a:ext cx="11055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前置冲刷清缓冲 → 发命令（尾部注入完成 marker，随机后缀防误判）→ 200ms 轮询读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三级结束判定：marker 命中（确定性，附退出码）→ 提示符末尾锚定（快路径）→ 超时熔断（兜底）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端口由常驻进程持有：boot 日志随时可读，不反复开关端口，避开 DTR 复位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760720"/>
            <a:ext cx="11055096" cy="621792"/>
          </a:xfrm>
          <a:prstGeom prst="roundRect">
            <a:avLst>
              <a:gd name="adj" fmla="val 10294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760720"/>
            <a:ext cx="10469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状态机写一次，一劳永逸——AI 只管调 serial_exec("free")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填平困境③：常驻命令识别 + 双超时策略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257800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机制（*_shell_exec 三通道共享）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常驻识别：按首 token 查白名单——A 类 ping / logcat / top / htop / watch / strace / tcpdump；B 类带 follow 参数（dmesg -w / journalctl -f / tail -f）；可配置扩展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结束判定：检测到 shell 提示符（$ / # / &gt; / =&gt;，promptPattern 可覆盖）→ 立即返回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481328"/>
            <a:ext cx="5586984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双超时策略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09360" y="2231136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分钟兜底 · 不发 Ctrl+C · 异常安全阀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秒采样 · 自动发 Ctrl+C · 中性采样结果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timeoutKind 三态：none 完成 / sampling 采样 / fallback 兜底——AI 不再误判「命令失败了」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315968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451713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" y="451713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70432" y="451713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4645152"/>
            <a:ext cx="10415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输出末尾追加 </a:t>
            </a:r>
            <a:r>
              <a:rPr lang="en-US" sz="13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[采样超时: ...] / [兜底超时: ...]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语义标注——采样是预期行为，不是报错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现场演示：top 采样一次——最能体现「领域流程固化」的价值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填平困境②：会话常驻 + 交互原语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623560" cy="3291840"/>
          </a:xfrm>
          <a:prstGeom prst="roundRect">
            <a:avLst>
              <a:gd name="adj" fmla="val 2500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48256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1   </a:t>
            </a: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serial_shell_login → 登录成功，serial_1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5   </a:t>
            </a: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serial_exec "cd /tmp &amp;&amp; make"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12  </a:t>
            </a: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serial_exec "ls"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→ 还在 /tmp，环境变量也在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20  </a:t>
            </a: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serial_exec "./run_tests.sh"</a:t>
            </a:r>
            <a:r>
              <a:rPr lang="en-US" sz="11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→ 同一个会话，同一套上下文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4901184"/>
            <a:ext cx="5623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登录态、工作目录、环境变量跨几十轮调用保持不变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481328"/>
            <a:ext cx="5221224" cy="3291840"/>
          </a:xfrm>
          <a:prstGeom prst="roundRect">
            <a:avLst>
              <a:gd name="adj" fmla="val 1944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93408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write / read / send_ctrl 原语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93408" y="2231136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「发一句、看响应、再发下一句」——U-Boot、menuconfig、gdb 都能往返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reboot / 烧写的安全通道：write 只发不熔断，read 轮询盯启动日志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send_ctrl 随时可发 Ctrl+C / Ctrl+D，夺回会话控制权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548640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观察 → 决策 → 再观察——调试循环直接在既有上下文里跑，不再每轮从零开始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填平困境④：声明式设备清单 + 常驻托管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参数关：声明式设备清单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41248" y="2157984"/>
            <a:ext cx="4846320" cy="1463040"/>
          </a:xfrm>
          <a:prstGeom prst="roundRect">
            <a:avLst>
              <a:gd name="adj" fmla="val 5625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8992" y="235915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1261872" y="235915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444752" y="235915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48716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devices/board-a.yaml（一台一文件）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serial: { port: COM3, baudRate: 115200 }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ssh:    { host: 192.168.16.103 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41248" y="378561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按设备名调用（device: "board-a"），不再记端口、IP、波特率——用户只维护 yaml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5537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双向查询：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session_info 按设备 / 按会话 / 全列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81344" y="1481328"/>
            <a:ext cx="5440680" cy="3657600"/>
          </a:xfrm>
          <a:prstGeom prst="roundRect">
            <a:avLst>
              <a:gd name="adj" fmla="val 1750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55664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 / 占用 / 并发关：常驻托管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55664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姿势关：状态机固化在进程里，AI 只发高层工具调用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占用关：端口由 Server 持有，portToSession 防重复打开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并发关：per-session 互斥锁——同会话串行防输出交错，跨会话互不阻塞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清场兜底：进程退出时 disposeAll 释放全部串口 / SSH / ADB 连接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413248"/>
            <a:ext cx="11055096" cy="822960"/>
          </a:xfrm>
          <a:prstGeom prst="roundRect">
            <a:avLst>
              <a:gd name="adj" fmla="val 777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413248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四道关的账：参数关靠声明式配置填平，姿势 / 占用 / 并发三关靠「常驻托管」填平——没有一样靠 AI 的记忆力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填平困境⑤：stdio 经 SSH 隧道延长到跨机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桥接的实质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41248" y="2139696"/>
            <a:ext cx="4846320" cy="2331720"/>
          </a:xfrm>
          <a:prstGeom prst="roundRect">
            <a:avLst>
              <a:gd name="adj" fmla="val 3529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8992" y="2340864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1261872" y="2340864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444752" y="2340864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487168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Linux AI Client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tools/call(JSON-RPC) 写进 ssh stdin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└─&gt; TCP :22 ─&gt; Windows sshd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└─&gt; remote-start-mcp.bat ─&gt; node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└─&gt; 响应沿原路写回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视角：仍是一个普通 stdio Server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41248" y="4590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物理通道（COM / USB）在哪台机，Server 就守在哪台机——AI 从远程过来用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1344" y="1481328"/>
            <a:ext cx="5440680" cy="3657600"/>
          </a:xfrm>
          <a:prstGeom prst="roundRect">
            <a:avLst>
              <a:gd name="adj" fmla="val 1750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6455664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跨机衍生的信息缺口，两个机制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55664" y="219456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宿主端点告知（scp 要知道往哪搬）：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instructions 握手注入 + host_info 兜底查询——告知 username@ip、scp 骨架、编译路由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注册策略防绕行（从源头杜绝）：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power_shell_exec 仅远程注册（Linux 侧没有本机 shell）；ssh_build 仅本地注册——防止流量 Linux → Windows → Linux 绕圈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413248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413248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困境⑤的解一半在机制（桥接协议 + 端点告知），一半在部署形态——下一部分展开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机制对账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附加价值：把领域流程固化进单个工具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 / 39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在会话常驻之上，把「每轮都要 AI 重新推导」的特定设备 / 厂商流程固化成一次确定性调用：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83664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8366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serial/ssh_shell_login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087368" y="1883664"/>
            <a:ext cx="7214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PSH 双状态机（用户登录 + 解锁）一次调用完成 challenge → 动态口令 → 解锁，配 KeyProvider 密钥管理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743200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1F4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serial_enter_uboot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087368" y="2743200"/>
            <a:ext cx="7214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autoboot 提示检测并中断 + printenv 环境变量键双层验证——适配各厂商提示符（可配正则）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1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60273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serial_upload / download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087368" y="3602736"/>
            <a:ext cx="7214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ZMODEM 传输：字节旁路「双写」（文本态 + 二进制旁路），复用串口会话、不释放端口传固件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462272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1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46227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ssh_build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087368" y="4462272"/>
            <a:ext cx="7214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 端轮询完成标记，error / warning / info 结构化分类——一次调用替代 N 次轮询，LLM 零判断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11055096" cy="822960"/>
          </a:xfrm>
          <a:prstGeom prst="roundRect">
            <a:avLst>
              <a:gd name="adj" fmla="val 7778"/>
            </a:avLst>
          </a:prstGeom>
          <a:solidFill>
            <a:srgbClr val="FBF2DC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544068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这类能力不普适，但对命中的场景是真省事——每轮让 AI 重新推导领域流程，既慢又易错；固化后变成一次确定性调用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部署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部署形态总览：选择依据只有一个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 / 39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7997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形态一：本地同机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形态二：跨机远程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客户端位置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Linux 机器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Server 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同一台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工位机（握着物理设备）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连接方式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stdio 子进程直连，零网络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 隧道转发 stdio，跨 TCP :22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.mcp.json 的 command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node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适用场景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开发者自己调试、单人单机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跑在 Linux 编译机，设备连在 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40680"/>
            <a:ext cx="11055096" cy="914400"/>
          </a:xfrm>
          <a:prstGeom prst="roundRect">
            <a:avLst>
              <a:gd name="adj" fmla="val 7000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440680"/>
            <a:ext cx="10469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选择依据：物理串口 / USB 插在哪台机器上。</a:t>
            </a:r>
            <a:endParaRPr lang="en-US" sz="160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无论怎么部署：工具、配置、运行时行为完全一致——只是连接介质的差别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部署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形态一：本地同机（stdio 直连）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/ 39</a:t>
            </a:r>
            <a:endParaRPr lang="en-US" sz="1200" dirty="0"/>
          </a:p>
        </p:txBody>
      </p:sp>
      <p:pic>
        <p:nvPicPr>
          <p:cNvPr id="5" name="Image 0" descr="../docs/项目简介/img/usage1-local.excalidra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1246009"/>
            <a:ext cx="6976872" cy="517979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99832" y="1481328"/>
            <a:ext cx="3822192" cy="4709160"/>
          </a:xfrm>
          <a:prstGeom prst="roundRect">
            <a:avLst>
              <a:gd name="adj" fmla="val 1675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055864" y="1700784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55864" y="2084832"/>
            <a:ext cx="3310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.mcp.json 写 command: node，子进程拉起，零网络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两条并行通路：源码编辑绕过 MCP（Z: 挂载），设备操作经 MCP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055864" y="349300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优点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055864" y="382219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零网络配置、延迟最低、不依赖 SSH、开箱即用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55864" y="444398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缺点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55864" y="4773168"/>
            <a:ext cx="3310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必须跑在插着设备的那台 Windows 上；编译要经 Z: 挂载或 ssh_build 绕到 Linux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055864" y="574243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适用：开发者单人单机调试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部署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形态二：跨机远程（SSH 隧道）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 / 39</a:t>
            </a:r>
            <a:endParaRPr lang="en-US" sz="1200" dirty="0"/>
          </a:p>
        </p:txBody>
      </p:sp>
      <p:pic>
        <p:nvPicPr>
          <p:cNvPr id="5" name="Image 0" descr="../docs/项目简介/img/usage2-remote.excalidra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17358" y="1371600"/>
            <a:ext cx="7354236" cy="3108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4572000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Linux 端配置 command: ssh -i ~/.ssh/id_mcp_server user@win-ip remote-start-mcp.bat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JSON-RPC 走 ssh stdin → TCP :22 → Windows 拉起 node，响应原路写回——Host 视角下它仍是普通 stdio Server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5157216"/>
            <a:ext cx="5417820" cy="1225296"/>
          </a:xfrm>
          <a:prstGeom prst="roundRect">
            <a:avLst>
              <a:gd name="adj" fmla="val 5224"/>
            </a:avLst>
          </a:prstGeom>
          <a:solidFill>
            <a:srgbClr val="F1F4F8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2486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优点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5559552"/>
            <a:ext cx="49057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▸"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留在编译服务器：编辑 → 编译 → 调试一气呵成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▸"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 / USB-ADB 照样可用——团队主流形态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04204" y="5157216"/>
            <a:ext cx="5417820" cy="1225296"/>
          </a:xfrm>
          <a:prstGeom prst="roundRect">
            <a:avLst>
              <a:gd name="adj" fmla="val 5224"/>
            </a:avLst>
          </a:prstGeom>
          <a:solidFill>
            <a:srgbClr val="F1F4F8"/>
          </a:solidFill>
          <a:ln/>
        </p:spPr>
      </p:sp>
      <p:sp>
        <p:nvSpPr>
          <p:cNvPr id="11" name="Text 8"/>
          <p:cNvSpPr/>
          <p:nvPr/>
        </p:nvSpPr>
        <p:spPr>
          <a:xfrm>
            <a:off x="6460236" y="52486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缺点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60236" y="5559552"/>
            <a:ext cx="49057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▸"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 Windows 侧 OpenSSH Server 与免密配置，多一跳网络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▸"/>
            </a:pPr>
            <a:r>
              <a:rPr lang="en-US" sz="11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跨机传文件靠 scp（host_info / instructions 告知宿主端点）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部署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部署落地：一键打通免密的两条对偶命令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/ 39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2743200"/>
                <a:gridCol w="447141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跑在哪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职责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sshd-config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server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 OpenSSH Server、生成密钥对、配 authorized_keys、生成 Linux 端 .mcp.json 模板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remote-mcp-config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客户端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 Windows 登录 Linux，把桥接 server 写入 Claude / ZCode / opencode 配置文件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950208"/>
            <a:ext cx="11055096" cy="896112"/>
          </a:xfrm>
          <a:prstGeom prst="roundRect">
            <a:avLst>
              <a:gd name="adj" fmla="val 7143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3950208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938528" y="3950208"/>
            <a:ext cx="9317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端出现桥接 server 定义——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ssh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+ 一条连到 Windows 并启动 remote-start-mcp.bat 的完整命令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5029200"/>
            <a:ext cx="11055096" cy="841248"/>
          </a:xfrm>
          <a:prstGeom prst="roundRect">
            <a:avLst>
              <a:gd name="adj" fmla="val 7609"/>
            </a:avLst>
          </a:prstGeom>
          <a:solidFill>
            <a:srgbClr val="FBF2DC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5029200"/>
            <a:ext cx="10469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/ 远程共用同一个 remote-start-mcp.bat launcher：锚定 cwd + 设 5 个 env + stdio 启动——双击或被 ssh 拉起，跑的是同一进程、同一份配置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66928" y="605332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推荐顺序：init → sshd-config 搭桥 → remote-mcp-config 写配置 → Linux 端重启客户端生效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部署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怎么选：一个硬约束 + 一个明确推荐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264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硬约束判定：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物理串口 / USB 插在哪台机器？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50208" y="1664208"/>
            <a:ext cx="36576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50208" y="2121408"/>
            <a:ext cx="36576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15968" y="1426464"/>
            <a:ext cx="3429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15968" y="1426464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AI 同一台 Windows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形态一 · 本地同机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82128" y="1426464"/>
            <a:ext cx="373989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2128" y="1426464"/>
            <a:ext cx="3739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在另一台 Windows（AI 在 Linux）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形态二 · 跨机远程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15184"/>
            <a:ext cx="5417820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2816352"/>
            <a:ext cx="4869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形态一 · 本地同机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1248" y="3255264"/>
            <a:ext cx="48691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上手最快：npm 装 + init，5 分钟跑通，零网络配置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延迟最低，行为最简单，出问题最好排查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局限：AI 必须与设备同机；编译要经 Z: 挂载或 ssh_build 绕行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04204" y="2615184"/>
            <a:ext cx="5417820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78524" y="2816352"/>
            <a:ext cx="4869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形态二 · 跨机远程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78524" y="3255264"/>
            <a:ext cx="48691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留在编译服务器——编辑 / 编译 / 调试一气呵成，团队主流形态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串口、USB-ADB 照常可用：物理通道缺口被 MCP 补齐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代价：一次性免密配置 + 多一跳网络 + 文件搬运靠 scp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303520"/>
            <a:ext cx="11055096" cy="1005840"/>
          </a:xfrm>
          <a:prstGeom prst="roundRect">
            <a:avLst>
              <a:gd name="adj" fmla="val 6364"/>
            </a:avLst>
          </a:prstGeom>
          <a:solidFill>
            <a:srgbClr val="FBF2DC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" y="530352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推荐：单人临时调试 → 形态一；正式开发 / 团队 → 形态二——它同时保住「编译顺畅」与「物理通道」，正是困境⑤两个选项之外的最优解。</a:t>
            </a:r>
            <a:endParaRPr lang="en-US" sz="1600" dirty="0"/>
          </a:p>
          <a:p>
            <a:pPr indent="0" marL="0">
              <a:buNone/>
            </a:pP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两形态共用同一 launcher 与配置，切换成本≈0：先形态一上手，随需求平滑升级到形态二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07 · 边界与选型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能力分界：PowerShell 直调 vs 本 MCP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/ 39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108960"/>
                <a:gridCol w="319125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能力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 MCP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串口流切片（提示符检测 + 超时熔断）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端口持续持有（boot 日志捕获）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持久会话（多串口 / SSH 并发）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交互式往返（U-Boot / gdb / menuconfig）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常驻命令取采样（logcat / top）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PSH 一键解锁登录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504688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504688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直调做不到的不是「命令」，而是「活不过一轮」的一切——这些能力都架构在常驻进程之上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07 · 边界与选型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场景选型：什么场景用 MCP，什么场景不用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/ 39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377440"/>
                <a:gridCol w="401421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理由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adb install / adb push / ssh host "一次性命令"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无状态，MCP 多此一举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扫端口、看网卡、跑本地脚本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Host 本身就有 shell 能力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在 Linux 编译服务器，设备插在 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物理够不着：Linux 没有路径碰 COM / USB，经 SSH 隧道桥接（形态二）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串口交互、U-Boot、boot 日志捕获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有状态长连接 + 流切片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 多轮调试（观察-决策循环）、多板卡并发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长连接保持上下文 + 多会话管理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logcat / top 取采样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的 exec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解决「不知道命令何时结束」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541264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541264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如果你用 PowerShell 自己维护长会话、处理 PTY、识别提示符、走 PSH 登录——本质上就是在重新实现这个 MCP。这正是它存在的理由。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07 · 边界与选型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诚实的边界：已知限制与对策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17904"/>
            <a:ext cx="5417820" cy="1792224"/>
          </a:xfrm>
          <a:prstGeom prst="roundRect">
            <a:avLst>
              <a:gd name="adj" fmla="val 3571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007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一次性命令：直调更直接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49057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adb install、ssh host "uname -a"、扫端口——PowerShell 直调即可，MCP 在这里几乎不增加价值，不必为用而用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04204" y="1517904"/>
            <a:ext cx="5417820" cy="1792224"/>
          </a:xfrm>
          <a:prstGeom prst="roundRect">
            <a:avLst>
              <a:gd name="adj" fmla="val 3571"/>
            </a:avLst>
          </a:prstGeom>
          <a:solidFill>
            <a:srgbClr val="F1F4F8"/>
          </a:solidFill>
          <a:ln/>
        </p:spPr>
      </p:sp>
      <p:sp>
        <p:nvSpPr>
          <p:cNvPr id="9" name="Text 7"/>
          <p:cNvSpPr/>
          <p:nvPr/>
        </p:nvSpPr>
        <p:spPr>
          <a:xfrm>
            <a:off x="6460236" y="17007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协议超时按 Host 配置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60236" y="2121408"/>
            <a:ext cx="49057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opencode 默认 60s：按 server 配 timeout: 600000；Claude Code 默认约 28 小时，一般无需配置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511296"/>
            <a:ext cx="5417820" cy="1792224"/>
          </a:xfrm>
          <a:prstGeom prst="roundRect">
            <a:avLst>
              <a:gd name="adj" fmla="val 3571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94176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reboot / 烧写类长启动命令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4114800"/>
            <a:ext cx="49057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write + read 安全通道轮询观测，或显式传大 timeoutMs；普通命令兜底超时不自动 Ctrl+C（旧版误中断问题已修复）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4204" y="3511296"/>
            <a:ext cx="5417820" cy="1792224"/>
          </a:xfrm>
          <a:prstGeom prst="roundRect">
            <a:avLst>
              <a:gd name="adj" fmla="val 3571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60236" y="3694176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ZMODEM × 持续打印的设备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0236" y="4114800"/>
            <a:ext cx="49057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ZMODEM 是带内协议，内核日志洪水会污染传输：优先用上传；确需下载先停输出源（dmesg -D / kill 打印任务）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596128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596128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把边界讲清楚，是为了让工具在边界内可靠——每一条在文档与工具描述里都写了对策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08 · 上手与总结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快速上手：五分钟跑通最小闭环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989320" cy="4846320"/>
          </a:xfrm>
          <a:prstGeom prst="roundRect">
            <a:avLst>
              <a:gd name="adj" fmla="val 1698"/>
            </a:avLst>
          </a:prstGeom>
          <a:solidFill>
            <a:srgbClr val="F1F4F8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1. 安装（npm）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mcp-toolkit &amp;&amp; cd 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@smai-kit/embedded-mcp-toolkit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./node_modules/.bin/embedded-mcp-toolkit init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2. 配置设备：复制 devices/board-example.yaml 填好参数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3. 启动 AI 客户端并连接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 list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# 看到 embedded-board ✓ connected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4. 自然语言对话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"串口一键登录 board-test"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"在串口执行 uname -a"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"重启进入 uboot"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"用 top 采样一下"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84848" y="1481328"/>
            <a:ext cx="4837176" cy="4846320"/>
          </a:xfrm>
          <a:prstGeom prst="roundRect">
            <a:avLst>
              <a:gd name="adj" fmla="val 1323"/>
            </a:avLst>
          </a:prstGeom>
          <a:solidFill>
            <a:srgbClr val="FBF2DC"/>
          </a:solidFill>
          <a:ln/>
        </p:spPr>
      </p:sp>
      <p:sp>
        <p:nvSpPr>
          <p:cNvPr id="11" name="Text 9"/>
          <p:cNvSpPr/>
          <p:nvPr/>
        </p:nvSpPr>
        <p:spPr>
          <a:xfrm>
            <a:off x="7077456" y="17739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演示建议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077456" y="2304288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现场跑一个「串口一键登录 → 发命令 → 读输出 → 常驻命令采样」的最小闭环：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77456" y="3291840"/>
            <a:ext cx="4251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串口一键登录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在串口执行 uname -a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重启进入 uboot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top 采样一次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77456" y="53949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一气呵成，最有说服力。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08 · 上手与总结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总结：回到三个问题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 / 39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11055096" cy="914400"/>
          </a:xfrm>
          <a:prstGeom prst="roundRect">
            <a:avLst>
              <a:gd name="adj" fmla="val 7000"/>
            </a:avLst>
          </a:prstGeom>
          <a:solidFill>
            <a:srgbClr val="1F3A54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444752"/>
            <a:ext cx="10469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用一个常驻的 MCP Server，把嵌入式调试里「有状态、跨轮、易出错」的部分全部固化——让 AI 真正「直接对话板子」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615184"/>
            <a:ext cx="3538728" cy="2743200"/>
          </a:xfrm>
          <a:prstGeom prst="roundRect">
            <a:avLst>
              <a:gd name="adj" fmla="val 2333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529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是什么、有什么用？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3310128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一个常驻的 MCP Server：串口 / SSH / ADB / PowerShell 四通道、40+ 工具，覆盖交互会话、文件传输、结构化编译；不绑定 Host，npm 一条 init 即用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5112" y="2615184"/>
            <a:ext cx="3538728" cy="2743200"/>
          </a:xfrm>
          <a:prstGeom prst="roundRect">
            <a:avLst>
              <a:gd name="adj" fmla="val 2333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4562856" y="28529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解决了什么困境？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62856" y="3310128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五个困境五个机制：字节流切片 · 跨轮会话 · 常驻命令采样 · 多设备托管 · 跨机桥接。AI 自己解决不了，是因为信息不在输出里、进程活不过一轮、物理没有线缆——任何替代路线最终都在重新实现它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83296" y="2615184"/>
            <a:ext cx="3538728" cy="2743200"/>
          </a:xfrm>
          <a:prstGeom prst="roundRect">
            <a:avLst>
              <a:gd name="adj" fmla="val 2333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28529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怎么部署、推荐哪种？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21040" y="3310128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stdio 直连 / 跨机 SSH 隧道两种形态，同一进程同一配置；单人调试用形态一，正式开发推荐形态二（AI 留编译服务器 + MCP 守设备旁）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5623560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23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展望：Streamable HTTP 远程 Server 形态探索 · 更多通道 / 协议支持 · 更多领域流程固化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874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· 让 AI 直接对话嵌入式板卡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embedded-mcp-toolkit 项目介绍</dc:title>
  <dc:subject>PptxGenJS Presentation</dc:subject>
  <dc:creator>embedded-mcp-toolkit</dc:creator>
  <cp:lastModifiedBy>embedded-mcp-toolkit</cp:lastModifiedBy>
  <cp:revision>1</cp:revision>
  <dcterms:created xsi:type="dcterms:W3CDTF">2026-09-05T01:58:01Z</dcterms:created>
  <dcterms:modified xsi:type="dcterms:W3CDTF">2026-09-05T01:58:01Z</dcterms:modified>
</cp:coreProperties>
</file>